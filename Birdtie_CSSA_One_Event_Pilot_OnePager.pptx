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× CSSA Aberdeen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One-event Founding Partner Pilot / 单活动封闭测试方案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让还没进入正确微信群、还不知道该关注谁的学生，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也能发现真实活动，并真正参与进去。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517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学生的问题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127248"/>
            <a:ext cx="27797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活动并不少，但信息分散在微信群、公众号、社媒和学校网页。新生往往先要知道“去哪里找”，才有机会参与。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3858768" y="24688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DDE9E5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6517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的做法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69080" y="3127248"/>
            <a:ext cx="27797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学生问“这周末有什么中国学生的活动？” -&gt; Personal Agent 返回真实活动/组织/地点 -&gt; Join -&gt; Plans -&gt; 关键变更提醒。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DDE9E5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7091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得到的价值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5184648"/>
            <a:ext cx="2779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触达还没进入现有渠道的学生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Verified organization profile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更轻的活动发布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减少重复公开答疑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Views -&gt; Detail -&gt; Join 基础漏斗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3858768" y="452628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47091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 只需要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5184648"/>
            <a:ext cx="2779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1 位委员会联系人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1 个真实 upcoming event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官方 logo / 简介 / 准确信息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5-10 个 tester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一次 15 分钟 debrief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02920" y="6812280"/>
            <a:ext cx="6556248" cy="1645920"/>
          </a:xfrm>
          <a:prstGeom prst="roundRect">
            <a:avLst>
              <a:gd name="adj" fmla="val 5556"/>
            </a:avLst>
          </a:prstGeom>
          <a:solidFill>
            <a:srgbClr val="F4E2D8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6995160"/>
            <a:ext cx="6135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合作边界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7470648"/>
            <a:ext cx="61356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 during pilot；不要求排他；不要求第一天推广；不需要私人微信群历史或现有会员名单；Birdtie 不取代 CSSA/AUSA 原有官方渠道。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2920" y="8714232"/>
            <a:ext cx="6556248" cy="1005840"/>
          </a:xfrm>
          <a:prstGeom prst="roundRect">
            <a:avLst>
              <a:gd name="adj" fmla="val 1090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8988552"/>
            <a:ext cx="6062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建议下一步：20 分钟沟通 -&gt; 选择 1 个活动 -&gt; 5-10 人内部测试 -&gt; Event + Debrief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10012680"/>
            <a:ext cx="6556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Public references: AUSA CSSA page https://www.ausa.org.uk/organisation/aucssa/  •  AUSA About Us https://www.ausa.org.uk/about/aboutus/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02920" y="10314432"/>
            <a:ext cx="655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This proposal describes a potential closed pilot; it does not imply an existing partnership or endorsement.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Birdtie x CSSA Aberdeen One-event Pilot One-pager</dc:title>
  <dc:subject>PptxGenJS Presentation</dc:subject>
  <dc:creator>Birdtie</dc:creator>
  <cp:lastModifiedBy>Birdtie</cp:lastModifiedBy>
  <cp:revision>1</cp:revision>
  <dcterms:created xsi:type="dcterms:W3CDTF">2026-09-30T12:56:18Z</dcterms:created>
  <dcterms:modified xsi:type="dcterms:W3CDTF">2026-09-30T12:56:18Z</dcterms:modified>
</cp:coreProperties>
</file>